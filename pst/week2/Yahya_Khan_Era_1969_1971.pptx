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Yahya Khan Era &amp; Dismemberment of Pakistan (1969–1971)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Pakistan’s Historical Trajectory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of Yahya Khan Era (1969–1971)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Yahya Khan imposed Martial Law in March 1969</a:t>
            </a:r>
          </a:p>
          <a:p>
            <a:pPr lvl="1"/>
            <a:r>
              <a:t>Inherited political and economic instability</a:t>
            </a:r>
          </a:p>
          <a:p>
            <a:pPr lvl="1"/>
            <a:r>
              <a:t>Promised restoration of democracy</a:t>
            </a:r>
          </a:p>
          <a:p>
            <a:pPr lvl="1"/>
            <a:r>
              <a:t>Faced intense regional and ethnic tensions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Framework Order (LFO) 1970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Issued to facilitate transition to civilian rule</a:t>
            </a:r>
          </a:p>
          <a:p>
            <a:pPr lvl="1"/>
            <a:r>
              <a:t>Provided basis for general elections</a:t>
            </a:r>
          </a:p>
          <a:p>
            <a:pPr lvl="1"/>
            <a:r>
              <a:t>Recognized adult franchise</a:t>
            </a:r>
          </a:p>
          <a:p>
            <a:pPr lvl="1"/>
            <a:r>
              <a:t>Maintained strong presidential powers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Elections 1970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First general elections based on adult franchise</a:t>
            </a:r>
          </a:p>
          <a:p>
            <a:pPr lvl="1"/>
            <a:r>
              <a:t>Awami League won majority in National Assembly</a:t>
            </a:r>
          </a:p>
          <a:p>
            <a:pPr lvl="1"/>
            <a:r>
              <a:t>PPP emerged as major party in West Pakistan</a:t>
            </a:r>
          </a:p>
          <a:p>
            <a:pPr lvl="1"/>
            <a:r>
              <a:t>Failure to transfer power led to political deadlock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Political Crisis and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Dispute over Six Points formula</a:t>
            </a:r>
          </a:p>
          <a:p>
            <a:pPr lvl="1"/>
            <a:r>
              <a:t>Postponement of National Assembly session</a:t>
            </a:r>
          </a:p>
          <a:p>
            <a:pPr lvl="1"/>
            <a:r>
              <a:t>Mass protests and civil disobedience in East Pakistan</a:t>
            </a:r>
          </a:p>
          <a:p>
            <a:pPr lvl="1"/>
            <a:r>
              <a:t>Growing mistrust between East and West Pakistan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Military Operation in East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Operation Searchlight launched in March 1971</a:t>
            </a:r>
          </a:p>
          <a:p>
            <a:pPr lvl="1"/>
            <a:r>
              <a:t>Use of force to suppress political opposition</a:t>
            </a:r>
          </a:p>
          <a:p>
            <a:pPr lvl="1"/>
            <a:r>
              <a:t>Large-scale human rights violations</a:t>
            </a:r>
          </a:p>
          <a:p>
            <a:pPr lvl="1"/>
            <a:r>
              <a:t>Mass displacement of civilians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India and Indo-Pak War 1971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Indian support to Mukti Bahini</a:t>
            </a:r>
          </a:p>
          <a:p>
            <a:pPr lvl="1"/>
            <a:r>
              <a:t>Refugee crisis in India</a:t>
            </a:r>
          </a:p>
          <a:p>
            <a:pPr lvl="1"/>
            <a:r>
              <a:t>Full-scale war broke out in December 1971</a:t>
            </a:r>
          </a:p>
          <a:p>
            <a:pPr lvl="1"/>
            <a:r>
              <a:t>International diplomatic isolation of Pakistan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 of Dhaka 1971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Pakistani forces surrendered on 16 December 1971</a:t>
            </a:r>
          </a:p>
          <a:p>
            <a:pPr lvl="1"/>
            <a:r>
              <a:t>Creation of Bangladesh</a:t>
            </a:r>
          </a:p>
          <a:p>
            <a:pPr lvl="1"/>
            <a:r>
              <a:t>Loss of East Pakistan</a:t>
            </a:r>
          </a:p>
          <a:p>
            <a:pPr lvl="1"/>
            <a:r>
              <a:t>Severe blow to national morale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Consequences of Dismemberment of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End of Yahya Khan regime</a:t>
            </a:r>
          </a:p>
          <a:p>
            <a:pPr lvl="1"/>
            <a:r>
              <a:t>Transfer of power to Zulfikar Ali Bhutto</a:t>
            </a:r>
          </a:p>
          <a:p>
            <a:pPr lvl="1"/>
            <a:r>
              <a:t>Need for constitutional and political reconstruction</a:t>
            </a:r>
          </a:p>
          <a:p>
            <a:pPr lvl="1"/>
            <a:r>
              <a:t>Permanent impact on Pakistan’s national security thinking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