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Ayub Khan Era (1958–1969)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Pakistan’s Historical Trajectory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of Ayub Khan Era (1958–1969)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Military coup of 1958 ended parliamentary democracy</a:t>
            </a:r>
          </a:p>
          <a:p>
            <a:pPr lvl="1"/>
            <a:r>
              <a:t>Ayub Khan became first military ruler of Pakistan</a:t>
            </a:r>
          </a:p>
          <a:p>
            <a:pPr lvl="1"/>
            <a:r>
              <a:t>Abrogation of 1956 Constitution and imposition of Martial Law</a:t>
            </a:r>
          </a:p>
          <a:p>
            <a:pPr lvl="1"/>
            <a:r>
              <a:t>Aim: political stability, economic growth, and controlled democracy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of Basic Democracies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Introduced in 1959 as a four-tier local government system</a:t>
            </a:r>
          </a:p>
          <a:p>
            <a:pPr lvl="1"/>
            <a:r>
              <a:t>Consisted of Union, Tehsil, District, and Divisional councils</a:t>
            </a:r>
          </a:p>
          <a:p>
            <a:pPr lvl="1"/>
            <a:r>
              <a:t>Basic Democrats elected by people but tightly controlled by regime</a:t>
            </a:r>
          </a:p>
          <a:p>
            <a:pPr lvl="1"/>
            <a:r>
              <a:t>Used as an electoral college for presidential elections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1962 Constitution of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Promulgated without public referendum</a:t>
            </a:r>
          </a:p>
          <a:p>
            <a:pPr lvl="1"/>
            <a:r>
              <a:t>Introduced presidential form of government</a:t>
            </a:r>
          </a:p>
          <a:p>
            <a:pPr lvl="1"/>
            <a:r>
              <a:t>Strong executive powers vested in President</a:t>
            </a:r>
          </a:p>
          <a:p>
            <a:pPr lvl="1"/>
            <a:r>
              <a:t>Limited role of judiciary and no adult franchise initially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Impact of Ayub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Centralization of power weakened democratic institutions</a:t>
            </a:r>
          </a:p>
          <a:p>
            <a:pPr lvl="1"/>
            <a:r>
              <a:t>Political parties were initially banned</a:t>
            </a:r>
          </a:p>
          <a:p>
            <a:pPr lvl="1"/>
            <a:r>
              <a:t>Opposition movements suppressed</a:t>
            </a:r>
          </a:p>
          <a:p>
            <a:pPr lvl="1"/>
            <a:r>
              <a:t>Growing resentment in East Pakistan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Decade of Development – Economic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1960s declared as 'Decade of Development'</a:t>
            </a:r>
          </a:p>
          <a:p>
            <a:pPr lvl="1"/>
            <a:r>
              <a:t>Focus on industrialization and private sector growth</a:t>
            </a:r>
          </a:p>
          <a:p>
            <a:pPr lvl="1"/>
            <a:r>
              <a:t>Introduction of Green Revolution in agriculture</a:t>
            </a:r>
          </a:p>
          <a:p>
            <a:pPr lvl="1"/>
            <a:r>
              <a:t>Rapid urban and infrastructural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High GDP growth rate (around 6%)</a:t>
            </a:r>
          </a:p>
          <a:p>
            <a:pPr lvl="1"/>
            <a:r>
              <a:t>Development of large-scale industries</a:t>
            </a:r>
          </a:p>
          <a:p>
            <a:pPr lvl="1"/>
            <a:r>
              <a:t>Expansion of banking and financial institutions</a:t>
            </a:r>
          </a:p>
          <a:p>
            <a:pPr lvl="1"/>
            <a:r>
              <a:t>Improved irrigation and agricultural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Inequalities and Criticism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Wealth concentrated among 22 industrial families</a:t>
            </a:r>
          </a:p>
          <a:p>
            <a:pPr lvl="1"/>
            <a:r>
              <a:t>Economic disparity between East and West Pakistan</a:t>
            </a:r>
          </a:p>
          <a:p>
            <a:pPr lvl="1"/>
            <a:r>
              <a:t>Neglect of social justice and labor rights</a:t>
            </a:r>
          </a:p>
          <a:p>
            <a:pPr lvl="1"/>
            <a:r>
              <a:t>Rising public dissatisfaction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Ayub Khan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Mass protests and political unrest (1968–69)</a:t>
            </a:r>
          </a:p>
          <a:p>
            <a:pPr lvl="1"/>
            <a:r>
              <a:t>Agartala Conspiracy Case intensified tensions</a:t>
            </a:r>
          </a:p>
          <a:p>
            <a:pPr lvl="1"/>
            <a:r>
              <a:t>Resigned in March 1969</a:t>
            </a:r>
          </a:p>
          <a:p>
            <a:pPr lvl="1"/>
            <a:r>
              <a:t>Power transferred to General Yahya Khan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